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4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NetSage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4747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EF0F0"/>
                </a:solidFill>
              </a:defRPr>
            </a:pPr>
            <a:r>
              <a:t>Human-in-the-Loop Network Troubleshooting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1. 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Troubleshooting requires combining symptoms, show output, addressing, VLAN, routing, and policy evidence.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A useful assistant must be explainable and must preserve human accountability.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NetSage AI pairs deterministic checks with structured diagnosis and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Detect common configuration faults deterministically.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Generate root cause, confidence, evidence, next command, and fix steps.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Record Accepted, Edited, or Rejected human decisions.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Produce reproducible CSV outputs and dashboard aggregates.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3. Architecture /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cases.csv + human_review_log.csv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→ deterministic rule checker: six network checks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→ AI-style diagnosis: structured record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→ expected-vs-predicted comparison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→ human review join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→ diagnoses, case results, dashboard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4. Dataset and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32 troubleshooting cases and 32 review records.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Issue types: Routing 6; ACL 4; DHCP 4; DNS 4; Gateway 4; Wireless 4; NAT 3; VLAN 3.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Artifacts include prompts, Python source, outputs, dashboard summary, and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5. Deterministic Rule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duplicate_ip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wrong_mask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gateway_mismatch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interface_down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missing_vlan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missing_route</a:t>
            </a:r>
          </a:p>
          <a:p>
            <a:pPr>
              <a:spcAft>
                <a:spcPts val="1400"/>
              </a:spcAft>
              <a:defRPr sz="1700">
                <a:solidFill>
                  <a:srgbClr val="1E2837"/>
                </a:solidFill>
              </a:defRPr>
            </a:pPr>
            <a:r>
              <a:t>Findings include a machine-readable rule and human-readable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6. AI-Style Diagnosis +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Keyword-driven demonstrator—not a trained production model.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Structured fields: root_cause, confidence, evidence, next_command, fix_steps.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Review outcomes: Accepted 21 | Edited 8 | Rejected 3.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Human review is mandatory.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7.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AI agreement: 12 / 32 = 37.5%.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Disagreement: 20 / 32 = 62.5%.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Severity: high 16 | medium 12 | low 4.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Interpretation: auditable prototype workflow, not a claim of high model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8. Sample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C01: Missing VLAN 20 on switch trunk → missing_vlan: VLAN 20.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C02: VLAN database not saved → missing_vlan: VLAN 30.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C03: Subinterface VLAN tag missing → gateway mismatch, interface down g0/0.40, missing route 10.40.40.0/24.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9.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Current diagnosis is keyword-driven and can be generic or wrong.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Only two unit tests are currently included.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Future: expand validators and tests; larger labeled evaluation; better taxonomy matching; confidence calibration; browser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169"/>
                </a:solidFill>
              </a:defRPr>
            </a:pPr>
            <a:r>
              <a:t>10. Demo, Reproducibility,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python src/rule_checker.py --cases data/cases.csv --limit 3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python src/workflow.py --cases data/cases.csv --reviews data/human_review_log.csv --out outputs --dashboard dashboard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python -m unittest discover -s tests -p 'test_*.py'</a:t>
            </a:r>
          </a:p>
          <a:p>
            <a:pPr>
              <a:spcAft>
                <a:spcPts val="1400"/>
              </a:spcAft>
              <a:defRPr sz="2000">
                <a:solidFill>
                  <a:srgbClr val="1E2837"/>
                </a:solidFill>
              </a:defRPr>
            </a:pPr>
            <a:r>
              <a:t>Final run: workflow completed; 2 tests passed. NetSage AI demonstrates explainable, reviewable network troubleshooting assistance.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96A0"/>
                </a:solidFill>
              </a:defRPr>
            </a:pPr>
            <a:r>
              <a:t>NetSage AI | Project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